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Easy Button — Icertis &amp; Ariba (Hackathon)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One-Click Automation and AI Chatbot Integration for Procurement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